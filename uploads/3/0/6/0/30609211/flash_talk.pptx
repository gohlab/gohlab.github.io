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" roundtripDataSignature="AMtx7mgIEnh5uFWQK4B7/0j+4J8JC3er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39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customschemas.google.com/relationships/presentationmetadata" Target="metadata"/><Relationship Id="rId3" Type="http://schemas.openxmlformats.org/officeDocument/2006/relationships/slide" Target="slides/slide2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heme" Target="theme/theme1.xml"/><Relationship Id="rId5" Type="http://schemas.openxmlformats.org/officeDocument/2006/relationships/notesMaster" Target="notesMasters/notesMaster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3a5d44cb3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3a5d44cb32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3a5d44cb3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3a5d44cb3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1F3864">
                  <a:alpha val="67843"/>
                </a:srgbClr>
              </a:gs>
              <a:gs pos="19000">
                <a:srgbClr val="1F3864">
                  <a:alpha val="67843"/>
                </a:srgbClr>
              </a:gs>
              <a:gs pos="100000">
                <a:srgbClr val="4472C4">
                  <a:alpha val="78823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3000">
                <a:srgbClr val="4472C4">
                  <a:alpha val="0"/>
                </a:srgbClr>
              </a:gs>
              <a:gs pos="99000">
                <a:srgbClr val="000000">
                  <a:alpha val="73725"/>
                </a:srgbClr>
              </a:gs>
              <a:gs pos="100000">
                <a:srgbClr val="000000">
                  <a:alpha val="73725"/>
                </a:srgbClr>
              </a:gs>
            </a:gsLst>
            <a:lin ang="203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>
            <a:spLocks noGrp="1"/>
          </p:cNvSpPr>
          <p:nvPr>
            <p:ph type="title"/>
          </p:nvPr>
        </p:nvSpPr>
        <p:spPr>
          <a:xfrm>
            <a:off x="658761" y="348865"/>
            <a:ext cx="10756859" cy="877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libri"/>
              <a:buNone/>
            </a:pPr>
            <a:r>
              <a:rPr lang="en-US" sz="4000" dirty="0">
                <a:solidFill>
                  <a:srgbClr val="FFFFFF"/>
                </a:solidFill>
              </a:rPr>
              <a:t>Project title</a:t>
            </a:r>
            <a:endParaRPr sz="4000" dirty="0">
              <a:solidFill>
                <a:srgbClr val="FFFFFF"/>
              </a:solidFill>
            </a:endParaRPr>
          </a:p>
        </p:txBody>
      </p:sp>
      <p:grpSp>
        <p:nvGrpSpPr>
          <p:cNvPr id="89" name="Google Shape;89;p1"/>
          <p:cNvGrpSpPr/>
          <p:nvPr/>
        </p:nvGrpSpPr>
        <p:grpSpPr>
          <a:xfrm>
            <a:off x="737502" y="2566475"/>
            <a:ext cx="10433747" cy="3285000"/>
            <a:chOff x="93445" y="453902"/>
            <a:chExt cx="10740938" cy="3285000"/>
          </a:xfrm>
        </p:grpSpPr>
        <p:sp>
          <p:nvSpPr>
            <p:cNvPr id="90" name="Google Shape;90;p1"/>
            <p:cNvSpPr/>
            <p:nvPr/>
          </p:nvSpPr>
          <p:spPr>
            <a:xfrm>
              <a:off x="718664" y="453902"/>
              <a:ext cx="1955812" cy="1955812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1135476" y="870714"/>
              <a:ext cx="1122187" cy="112218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93445" y="3018902"/>
              <a:ext cx="32062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93445" y="3018902"/>
              <a:ext cx="32062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rPr lang="en-US" sz="2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OBJECTIVE(S)</a:t>
              </a:r>
              <a:endParaRPr/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4486008" y="453902"/>
              <a:ext cx="1955812" cy="1955812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"/>
            <p:cNvSpPr/>
            <p:nvPr/>
          </p:nvSpPr>
          <p:spPr>
            <a:xfrm>
              <a:off x="4902820" y="870714"/>
              <a:ext cx="1122187" cy="112218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"/>
            <p:cNvSpPr/>
            <p:nvPr/>
          </p:nvSpPr>
          <p:spPr>
            <a:xfrm>
              <a:off x="3860789" y="3018902"/>
              <a:ext cx="32062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"/>
            <p:cNvSpPr txBox="1"/>
            <p:nvPr/>
          </p:nvSpPr>
          <p:spPr>
            <a:xfrm>
              <a:off x="3860789" y="3018902"/>
              <a:ext cx="32062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rPr lang="en-US" sz="2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RESEARCH QUESTION(S)</a:t>
              </a:r>
              <a:endParaRPr/>
            </a:p>
          </p:txBody>
        </p:sp>
        <p:sp>
          <p:nvSpPr>
            <p:cNvPr id="98" name="Google Shape;98;p1"/>
            <p:cNvSpPr/>
            <p:nvPr/>
          </p:nvSpPr>
          <p:spPr>
            <a:xfrm>
              <a:off x="8253352" y="453902"/>
              <a:ext cx="1955812" cy="1955812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"/>
            <p:cNvSpPr/>
            <p:nvPr/>
          </p:nvSpPr>
          <p:spPr>
            <a:xfrm>
              <a:off x="7628133" y="3018902"/>
              <a:ext cx="32062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"/>
            <p:cNvSpPr txBox="1"/>
            <p:nvPr/>
          </p:nvSpPr>
          <p:spPr>
            <a:xfrm>
              <a:off x="7628133" y="3018902"/>
              <a:ext cx="32062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rPr lang="en-US" sz="2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RESEARCH METHODOLOGY (FLOW CHART)</a:t>
              </a:r>
              <a:endParaRPr/>
            </a:p>
          </p:txBody>
        </p:sp>
      </p:grpSp>
      <p:pic>
        <p:nvPicPr>
          <p:cNvPr id="102" name="Google Shape;102;p1"/>
          <p:cNvPicPr preferRelativeResize="0"/>
          <p:nvPr/>
        </p:nvPicPr>
        <p:blipFill rotWithShape="1">
          <a:blip r:embed="rId5">
            <a:alphaModFix/>
          </a:blip>
          <a:srcRect b="12739"/>
          <a:stretch/>
        </p:blipFill>
        <p:spPr>
          <a:xfrm>
            <a:off x="11033349" y="135981"/>
            <a:ext cx="1158651" cy="1090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raphic 2" descr="Flowchart outline">
            <a:extLst>
              <a:ext uri="{FF2B5EF4-FFF2-40B4-BE49-F238E27FC236}">
                <a16:creationId xmlns:a16="http://schemas.microsoft.com/office/drawing/2014/main" id="{E7133961-D24B-E69D-21F4-3C32534CF8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73375" y="2936974"/>
            <a:ext cx="1085386" cy="10853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3a5d44cb32_0_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Experimental Design </a:t>
            </a:r>
            <a:endParaRPr dirty="0"/>
          </a:p>
        </p:txBody>
      </p:sp>
      <p:sp>
        <p:nvSpPr>
          <p:cNvPr id="108" name="Google Shape;108;g13a5d44cb32_0_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/>
            <a:r>
              <a:rPr lang="en-US" dirty="0"/>
              <a:t>Brief descriptions of experimental samples, size, replicate, treatment etc.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3a5d44cb32_0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 analysis</a:t>
            </a:r>
            <a:endParaRPr dirty="0"/>
          </a:p>
        </p:txBody>
      </p:sp>
      <p:sp>
        <p:nvSpPr>
          <p:cNvPr id="114" name="Google Shape;114;g13a5d44cb32_0_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/>
            <a:r>
              <a:rPr lang="en-MY" dirty="0"/>
              <a:t>Approaches in analysis 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</Words>
  <Application>Microsoft Office PowerPoint</Application>
  <PresentationFormat>Widescreen</PresentationFormat>
  <Paragraphs>8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Project title</vt:lpstr>
      <vt:lpstr>Experimental Design </vt:lpstr>
      <vt:lpstr>Data 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Hoe Goh</dc:creator>
  <cp:lastModifiedBy>Hoe Goh</cp:lastModifiedBy>
  <cp:revision>1</cp:revision>
  <dcterms:created xsi:type="dcterms:W3CDTF">2022-07-04T01:36:18Z</dcterms:created>
  <dcterms:modified xsi:type="dcterms:W3CDTF">2023-07-17T03:39:46Z</dcterms:modified>
</cp:coreProperties>
</file>